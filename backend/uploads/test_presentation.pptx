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Data Structures Unit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Faculty Presentation Subtitle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